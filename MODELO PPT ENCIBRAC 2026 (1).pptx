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4" r:id="rId10"/>
    <p:sldId id="265" r:id="rId11"/>
    <p:sldId id="259" r:id="rId12"/>
    <p:sldId id="261" r:id="rId13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7820/recima21.v7i2.7220" TargetMode="External"/><Relationship Id="rId7" Type="http://schemas.openxmlformats.org/officeDocument/2006/relationships/comments" Target="../comments/comment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revistas.unipam.edu.br/index.php/pergaminho" TargetMode="External"/><Relationship Id="rId4" Type="http://schemas.openxmlformats.org/officeDocument/2006/relationships/hyperlink" Target="https://revistas.unaerp.br/inrevista/article/view/3070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732" y="1868129"/>
            <a:ext cx="4262438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O USO DA INTELIGÊNCIA ARTIFICIAL NA EDUCAÇÃO INFANTIL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Henrique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teixeira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borges leal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852" y="5979110"/>
            <a:ext cx="3476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</a:t>
            </a: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DE SISTEMAS</a:t>
            </a:r>
            <a:endParaRPr lang="pt-BR" altLang="pt-BR" sz="14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74" y="4446227"/>
            <a:ext cx="437379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inteligência artificial; educação infantil; aprendizagem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CRESCIMENTO ACELERADO DA TECNOLOGIA NO COTIDIANO DAS CRIANÇAS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RISCO DE DANOS FÍSICOS E COGNITIVOS PELO USO EXCESSIVO DAS TELAS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NECESSIDADE DE ENTENDER OS IMPACTOS REAIS DA TECNOLOGIA NA INFANCIA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IMPORTÂNCIA DE USAR FERRAMENTAS DIGITAIS COM RESPONSABILIDADE E EQUILÍBRIO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Analisar a inteligência artificial como meio de auxiliar o processo de aprendizagem na educação infantil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Identificar os principais impactos e riscos do uso de telas no desenvolvimento infantil.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Analisar as possibilidades pedagógicas da inteligência artificial no apoio ao trabalho docente.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r>
              <a:rPr lang="pt-BR" sz="1800" dirty="0">
                <a:effectLst/>
                <a:latin typeface="Arial" panose="020B0604020202020204" pitchFamily="34" charset="0"/>
              </a:rPr>
              <a:t>O estudo baseia-se na revisão e análise de artigos científicos publicados entre 2021 e 2026, selecionados em bases acadêmicas especializadas.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Tema: A expansão rápida das tecnologias e da inteligência artificial no quotidiano da primeira infância e das salas de aula. - Pesquisador: O uso precoce de dispositivos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eletrónicos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exige uma análise crítica dos riscos associados ao tempo de exposição.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Tema: Os impactos físicos, cognitivos e comportamentais do uso excessivo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ecrãs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em crianças pequenas. - Pesquisador: O acesso desregrado pode gerar prejuízos na visão, no sono e na atenção, tornando indispensável a supervisão rigorosa de adultos e professores.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Tema: As potencialidades pedagógicas da inteligência artificial como recurso de apoio ao docente. - Pesquisador: Ferramentas digitais bem direcionadas ajudam a estimular a pré-alfabetização e a otimizar o planejamento escolar, desde que integradas com critérios pedagógicos.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Resposta ao problema: O uso da inteligência artificial pode melhorar a aprendizagem na educação infantil desde que seja aplicado de forma planejada, lúdica e sempre mediado por educadores.  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Potencialidades e avanços: As ferramentas tecnológicas demonstram alto potencial para personalizar o ensino, otimizar o tempo docente e agilizar avaliações diagnósticas lúdicas.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Limitações identificadas: O uso desregrado de telas gera riscos físicos e cognitivos reais, além de existirem lacunas sobre os impactos do uso de IA a longo prazo na pré-escola.  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Papel do educador: A tecnologia não substitui a presença e o acompanhamento humano, funcionando estritamente como um recurso complementar no processo pedagógico.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Recomendações futuras: Torna-se indispensável investir na formação continuada de professores e na realização de novas pesquisas empíricas sobre a aplicação prática da IA em sala de aula. 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MACEDO, </a:t>
            </a:r>
            <a:r>
              <a:rPr lang="pt-BR" sz="1050" b="0" i="0" dirty="0" err="1">
                <a:solidFill>
                  <a:srgbClr val="1F2328"/>
                </a:solidFill>
                <a:effectLst/>
                <a:latin typeface="Mona Sans VF"/>
              </a:rPr>
              <a:t>Patricia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; TATIZANA, Celso. Desenvolvimento de um aplicativo para sondagem no ensino infantil utilizando recursos de inteligência artificial. </a:t>
            </a:r>
            <a:r>
              <a:rPr lang="pt-BR" sz="1050" b="1" i="0" dirty="0">
                <a:solidFill>
                  <a:srgbClr val="1F2328"/>
                </a:solidFill>
                <a:effectLst/>
                <a:latin typeface="Mona Sans VF"/>
              </a:rPr>
              <a:t>RECIMA21 - Revista Científica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, v. 7, n. 2, e727220, 2026. Disponível em: </a:t>
            </a:r>
            <a:r>
              <a:rPr lang="pt-BR" sz="1050" b="0" i="0" u="sng" dirty="0">
                <a:solidFill>
                  <a:srgbClr val="0969DA"/>
                </a:solidFill>
                <a:effectLst/>
                <a:latin typeface="Mona Sans VF"/>
                <a:hlinkClick r:id="rId3"/>
              </a:rPr>
              <a:t>https://doi.org/10.47820/recima21.v7i2.7220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. Acesso em: 14 out. 2026.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SEIKE, Ana Clara da Costa </a:t>
            </a:r>
            <a:r>
              <a:rPr lang="pt-BR" sz="1050" b="0" i="1" dirty="0">
                <a:solidFill>
                  <a:srgbClr val="1F2328"/>
                </a:solidFill>
                <a:effectLst/>
                <a:latin typeface="Mona Sans VF"/>
              </a:rPr>
              <a:t>et al.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 Aplicação de tecnologias de inteligência artificial na educação infantil. </a:t>
            </a:r>
            <a:r>
              <a:rPr lang="pt-BR" sz="1050" b="1" i="0" dirty="0">
                <a:solidFill>
                  <a:srgbClr val="1F2328"/>
                </a:solidFill>
                <a:effectLst/>
                <a:latin typeface="Mona Sans VF"/>
              </a:rPr>
              <a:t>In Revista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, Ribeirão Preto, v. 15, n. 1, p. 2-28, 2023. Disponível em: </a:t>
            </a:r>
            <a:r>
              <a:rPr lang="pt-BR" sz="1050" b="0" i="0" u="sng" dirty="0">
                <a:solidFill>
                  <a:srgbClr val="0969DA"/>
                </a:solidFill>
                <a:effectLst/>
                <a:latin typeface="Mona Sans VF"/>
                <a:hlinkClick r:id="rId4"/>
              </a:rPr>
              <a:t>https://revistas.unaerp.br/</a:t>
            </a:r>
            <a:r>
              <a:rPr lang="pt-BR" sz="1050" b="0" i="0" u="sng" dirty="0" err="1">
                <a:solidFill>
                  <a:srgbClr val="0969DA"/>
                </a:solidFill>
                <a:effectLst/>
                <a:latin typeface="Mona Sans VF"/>
                <a:hlinkClick r:id="rId4"/>
              </a:rPr>
              <a:t>inrevista</a:t>
            </a:r>
            <a:r>
              <a:rPr lang="pt-BR" sz="1050" b="0" i="0" u="sng" dirty="0">
                <a:solidFill>
                  <a:srgbClr val="0969DA"/>
                </a:solidFill>
                <a:effectLst/>
                <a:latin typeface="Mona Sans VF"/>
                <a:hlinkClick r:id="rId4"/>
              </a:rPr>
              <a:t>/</a:t>
            </a:r>
            <a:r>
              <a:rPr lang="pt-BR" sz="1050" b="0" i="0" u="sng" dirty="0" err="1">
                <a:solidFill>
                  <a:srgbClr val="0969DA"/>
                </a:solidFill>
                <a:effectLst/>
                <a:latin typeface="Mona Sans VF"/>
                <a:hlinkClick r:id="rId4"/>
              </a:rPr>
              <a:t>article</a:t>
            </a:r>
            <a:r>
              <a:rPr lang="pt-BR" sz="1050" b="0" i="0" u="sng" dirty="0">
                <a:solidFill>
                  <a:srgbClr val="0969DA"/>
                </a:solidFill>
                <a:effectLst/>
                <a:latin typeface="Mona Sans VF"/>
                <a:hlinkClick r:id="rId4"/>
              </a:rPr>
              <a:t>/</a:t>
            </a:r>
            <a:r>
              <a:rPr lang="pt-BR" sz="1050" b="0" i="0" u="sng" dirty="0" err="1">
                <a:solidFill>
                  <a:srgbClr val="0969DA"/>
                </a:solidFill>
                <a:effectLst/>
                <a:latin typeface="Mona Sans VF"/>
                <a:hlinkClick r:id="rId4"/>
              </a:rPr>
              <a:t>view</a:t>
            </a:r>
            <a:r>
              <a:rPr lang="pt-BR" sz="1050" b="0" i="0" u="sng" dirty="0">
                <a:solidFill>
                  <a:srgbClr val="0969DA"/>
                </a:solidFill>
                <a:effectLst/>
                <a:latin typeface="Mona Sans VF"/>
                <a:hlinkClick r:id="rId4"/>
              </a:rPr>
              <a:t>/3070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. Acesso em: 13 out. 2026.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SOUZA, Caroline Vitória; PEREIRA, Maria Marta do Couto. As tecnologias de inteligência artificial e o desenvolvimento infantil: impactos e possibilidades. </a:t>
            </a:r>
            <a:r>
              <a:rPr lang="pt-BR" sz="1050" b="1" i="0" dirty="0">
                <a:solidFill>
                  <a:srgbClr val="1F2328"/>
                </a:solidFill>
                <a:effectLst/>
                <a:latin typeface="Mona Sans VF"/>
              </a:rPr>
              <a:t>Revista Pergaminho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, Patos de Minas, v. 14, p. 40-51, 2024. Disponível em: </a:t>
            </a:r>
            <a:r>
              <a:rPr lang="pt-BR" sz="1050" b="0" i="0" u="sng" dirty="0">
                <a:solidFill>
                  <a:srgbClr val="0969DA"/>
                </a:solidFill>
                <a:effectLst/>
                <a:latin typeface="Mona Sans VF"/>
                <a:hlinkClick r:id="rId5"/>
              </a:rPr>
              <a:t>https://revistas.unipam.edu.br/</a:t>
            </a:r>
            <a:r>
              <a:rPr lang="pt-BR" sz="1050" b="0" i="0" u="sng" dirty="0" err="1">
                <a:solidFill>
                  <a:srgbClr val="0969DA"/>
                </a:solidFill>
                <a:effectLst/>
                <a:latin typeface="Mona Sans VF"/>
                <a:hlinkClick r:id="rId5"/>
              </a:rPr>
              <a:t>index.php</a:t>
            </a:r>
            <a:r>
              <a:rPr lang="pt-BR" sz="1050" b="0" i="0" u="sng" dirty="0">
                <a:solidFill>
                  <a:srgbClr val="0969DA"/>
                </a:solidFill>
                <a:effectLst/>
                <a:latin typeface="Mona Sans VF"/>
                <a:hlinkClick r:id="rId5"/>
              </a:rPr>
              <a:t>/pergaminho</a:t>
            </a:r>
            <a:r>
              <a:rPr lang="pt-BR" sz="1050" b="0" i="0" dirty="0">
                <a:solidFill>
                  <a:srgbClr val="1F2328"/>
                </a:solidFill>
                <a:effectLst/>
                <a:latin typeface="Mona Sans VF"/>
              </a:rPr>
              <a:t>. Acesso em: 13 out. 2026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905506"/>
            <a:ext cx="67056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"A tecnologia é apenas uma ferramenta. No que diz respeito a motivar as crianças e fazê-las trabalhar juntas, o professor é o mais importante."— Bill Gates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672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Mona Sans VF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HENRIQUE</cp:lastModifiedBy>
  <cp:revision>22</cp:revision>
  <dcterms:created xsi:type="dcterms:W3CDTF">2021-05-14T17:32:15Z</dcterms:created>
  <dcterms:modified xsi:type="dcterms:W3CDTF">2026-10-14T23:13:35Z</dcterms:modified>
</cp:coreProperties>
</file>